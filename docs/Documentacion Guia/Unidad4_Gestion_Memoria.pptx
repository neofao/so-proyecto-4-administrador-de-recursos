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Activacion sugerida: analogia de biblioteca - estanterias (paginacion) vs secciones tematicas (segmentacion).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unidad cierra con la entrega del Proyecto 3 en Semana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la memoria virtual no es magia: existe una traduccion real, con costo, en cada acceso.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es la base conceptual directa del Proyecto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Muchos sistemas modernos combinan ambas: segmentacion paginada.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el Laboratorio 4 (monitoreo de memoria bajo carga) y con el Caso Empresarial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anomalia de Belady es opcional de profundizar; mencionarla como dato curioso del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cierre: por que LRU requiere mas estructura de datos (lista + acceso rapido) que FIFO (solo cola)?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la ausencia de reemplazo de paginas en xv6 es evidencia directa de su simplicidad pedagogica frente a Linux/Windows.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Guia de Laboratorio 4 completa. Registrar metricas antes/durante carga y vincular con thrashing.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checklist de entrega completo antes de cerrar la sesion.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20624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9144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9176" y="12710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TIIT2007 · SISTEMAS OPERATIVOS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IV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Memoria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 →  xv6  →  Linux/Windows  →  Modelado en C++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Invenio · Licenciatura en 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Unidad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264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Memoria fisica vs. virtual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direcciones y proteccion entre procesos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963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408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Paginacion y segmentacion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697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organizar el espacio de direcciones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107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552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Swapping y thrashing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memoria se vuelve el cuello de botella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3251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696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Algoritmos FIFO y LRU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7160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reemplazo de paginas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3951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0840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xv6: vm.c y laboratorio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371600" y="5440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 real y monitoreo de memoria en Linux/Windows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Fisica vs. Memoria Virtual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fisica (RAM)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real, limitada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reales del hardware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Compartida entre todos los procesos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1691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18699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virtual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5508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direcciones propio por proceso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35508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Abstraccion: cada proceso 'cree' tener toda la memoria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35508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aislamiento y proteccion entre procesos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virtual se traduce a memoria fisica mediante la tabla de paginas (siguiente diapositiva).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Paginacion: Traduccion de Direcciones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29000" y="2148840"/>
            <a:ext cx="548640" cy="365760"/>
          </a:xfrm>
          <a:prstGeom prst="rightArrow">
            <a:avLst/>
          </a:prstGeom>
          <a:solidFill>
            <a:srgbClr val="B9C8D2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17373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7373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2148840"/>
            <a:ext cx="548640" cy="365760"/>
          </a:xfrm>
          <a:prstGeom prst="rightArrow">
            <a:avLst/>
          </a:prstGeom>
          <a:solidFill>
            <a:srgbClr val="B9C8D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17373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737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0241280" cy="2194560"/>
          </a:xfrm>
          <a:prstGeom prst="roundRect">
            <a:avLst>
              <a:gd name="adj" fmla="val 3333"/>
            </a:avLst>
          </a:prstGeom>
          <a:solidFill>
            <a:srgbClr val="F4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de direcciones se divide en paginas de tamano fijo (memoria virtual) que se mapean a marcos (memoria fisica). Si la pagina solicitada no esta en un marco, ocurre un fallo de pagina (page fault).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+ Marco = misma idea, distinto nombre segun el lado (virtual = pagina, fisico = marco/frame).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 memoria en bloques de tamano variable, segun la logica del programa.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28016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7400" y="2011680"/>
            <a:ext cx="18288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2011680"/>
            <a:ext cx="9144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011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4920" y="2011680"/>
            <a:ext cx="164592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tamano variable, con significado logico para el programa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149840" cy="2286000"/>
          </a:xfrm>
          <a:prstGeom prst="roundRect">
            <a:avLst>
              <a:gd name="adj" fmla="val 32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Paginacion vs. Segmentacion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Paginacion: bloques de tamano fijo, transparentes al programador, evitan fragmentacion externa.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Segmentacion: bloques de tamano variable con significado logico (codigo, datos, pila), mas natural pero propensa a fragmentacion externa.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Swapping y Thrashing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985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paginas/procesos completos entre RAM y disco cuando la memoria fisica no alcanza para todos los procesos activos.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46304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6E3D0"/>
          </a:solidFill>
          <a:ln/>
        </p:spPr>
      </p:sp>
      <p:sp>
        <p:nvSpPr>
          <p:cNvPr id="9" name="Shape 6"/>
          <p:cNvSpPr/>
          <p:nvPr/>
        </p:nvSpPr>
        <p:spPr>
          <a:xfrm>
            <a:off x="6263640" y="1783080"/>
            <a:ext cx="777240" cy="777240"/>
          </a:xfrm>
          <a:prstGeom prst="ellipse">
            <a:avLst/>
          </a:prstGeom>
          <a:solidFill>
            <a:srgbClr val="8C5E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722" y="198516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5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263640" y="26974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pasa mas tiempo intercambiando paginas que ejecutando trabajo util. Sintoma: CPU baja, disco al maximo, sistema 'congelado'.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63640" y="4480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5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Empresarial 3: el servidor que se llena de memoria cada tarde.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FIFO de Reemplazo de Paginas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la pagina que lleva mas tiempo en memoria, sin importar su uso reciente.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181599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83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Cadena: 7, 0, 1, 2, 0, 3 ...   (3 marcos)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2743200"/>
            <a:ext cx="640080" cy="548640"/>
          </a:xfrm>
          <a:prstGeom prst="rect">
            <a:avLst/>
          </a:prstGeom>
          <a:solidFill>
            <a:srgbClr val="F4F8FA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03120" y="2743200"/>
            <a:ext cx="640080" cy="548640"/>
          </a:xfrm>
          <a:prstGeom prst="rect">
            <a:avLst/>
          </a:prstGeom>
          <a:solidFill>
            <a:srgbClr val="F4F8FA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4290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371600" y="34290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103120" y="3429000"/>
            <a:ext cx="640080" cy="548640"/>
          </a:xfrm>
          <a:prstGeom prst="rect">
            <a:avLst/>
          </a:prstGeom>
          <a:solidFill>
            <a:srgbClr val="F4F8FA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1148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114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371600" y="41148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4114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103120" y="41148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03120" y="4114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8006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800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371600" y="48006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71600" y="4800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103120" y="4800600"/>
            <a:ext cx="64008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103120" y="4800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017520" y="4800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5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reemplaza 7 (el mas antiguo)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simple de implementar (cola).  Desventaja: puede sufrir la anomalia de Belady (mas marcos, mas fallos).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LRU de Reemplazo de Paginas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la pagina que no se ha usado durante mas tiempo (Least Recently Used).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181599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91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FIFO, LRU considera el patron de acceso reciente, no solo el orden de llegada.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LRU gana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con localidad: el programa reutiliza paginas recientes con frecuencia (caso comun en software real).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65176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hay ventaja clara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63640" y="32461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completamente secuencial o aleatorio sin localidad: LRU puede rendir similar a FIFO, con mayor costo de implementacion.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3 compara FIFO vs. LRU con tamanos de marco 3, 4 y 5 sobre la misma cadena de referencias.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91440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0" y="129479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xv6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vm.c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observamos?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898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walkpgdir()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63440" y="17373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 que traduce una direccion virtual recorriendo la tabla de paginas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4871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mappages()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63440" y="28346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xv6 mapea paginas virtuales a marcos fisicos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8444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¿Reemplazo de paginas?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663440" y="39319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no implementa swapping/FIFO/LRU - discutir por que, dada su simplicidad pedagogica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206240" y="512064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9" name="Text 13"/>
          <p:cNvSpPr/>
          <p:nvPr/>
        </p:nvSpPr>
        <p:spPr>
          <a:xfrm>
            <a:off x="4480560" y="51206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Analisis xv6 - Unidad IV: explica walkpgdir() y reflexiona sobre que le falta a xv6 frente a un gestor de memoria de produccion.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Monitoreo de Memoria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el comportamiento de la memoria bajo distintas cargas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Bash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vmstat 2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observar columnas si/so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generar carga y repetir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PowerShell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Get-Counter '\Memory\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Available MBytes'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Get-Counter '\Paging File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(_Total)\% Usage'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Unidad y Entrega de Proyecto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186354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645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Gestion de Memoria (C++)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103120" y="2057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y LRU · 18% de la nota final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2941625"/>
            <a:ext cx="197510" cy="1975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16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de pagina por algoritmo, con marcos de tamano 3, 4 y 5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49300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599993"/>
            <a:ext cx="197510" cy="1975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paso a paso del estado de los marcos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15137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258361"/>
            <a:ext cx="197510" cy="1975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33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FIFO vs. LRU con cadena larga (1000+ referencias)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480974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4916729"/>
            <a:ext cx="197510" cy="19751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7914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tecnico bajo norma IEEE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20" name="Text 13"/>
          <p:cNvSpPr/>
          <p:nvPr/>
        </p:nvSpPr>
        <p:spPr>
          <a:xfrm>
            <a:off x="914400" y="5440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unidad: Unidad V - Sistemas de Archivos y Seguridad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81D321BE4CD48AE21B48FCB84677E" ma:contentTypeVersion="7" ma:contentTypeDescription="Create a new document." ma:contentTypeScope="" ma:versionID="adb953ef539c349c77245f1ce62f0cb2">
  <xsd:schema xmlns:xsd="http://www.w3.org/2001/XMLSchema" xmlns:xs="http://www.w3.org/2001/XMLSchema" xmlns:p="http://schemas.microsoft.com/office/2006/metadata/properties" xmlns:ns2="19f8f6e0-dc0c-467f-8bfc-9d5ad4717ca5" targetNamespace="http://schemas.microsoft.com/office/2006/metadata/properties" ma:root="true" ma:fieldsID="0c45cc067fc0355f7af830d171c2132a" ns2:_="">
    <xsd:import namespace="19f8f6e0-dc0c-467f-8bfc-9d5ad4717c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8f6e0-dc0c-467f-8bfc-9d5ad4717c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BA8253-6E5B-45E8-B207-EE7583BDC21A}"/>
</file>

<file path=customXml/itemProps2.xml><?xml version="1.0" encoding="utf-8"?>
<ds:datastoreItem xmlns:ds="http://schemas.openxmlformats.org/officeDocument/2006/customXml" ds:itemID="{197AE010-2C9E-4706-A240-7DB8A45B00D6}"/>
</file>

<file path=customXml/itemProps3.xml><?xml version="1.0" encoding="utf-8"?>
<ds:datastoreItem xmlns:ds="http://schemas.openxmlformats.org/officeDocument/2006/customXml" ds:itemID="{8500DC82-12D5-4FFE-9251-56A00635B8C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TIIT2007 - Unidad IV - Gestion de Memoria</dc:title>
  <dc:subject>PptxGenJS Presentation</dc:subject>
  <dc:creator>Universidad Invenio</dc:creator>
  <cp:lastModifiedBy>Universidad Invenio</cp:lastModifiedBy>
  <cp:revision>1</cp:revision>
  <dcterms:created xsi:type="dcterms:W3CDTF">2026-06-21T22:06:55Z</dcterms:created>
  <dcterms:modified xsi:type="dcterms:W3CDTF">2026-06-21T22:06:55Z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0x01010083281D321BE4CD48AE21B48FCB84677E</vt:lpwstr>
  </property>
</Properties>
</file>